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9" r:id="rId18"/>
    <p:sldId id="271" r:id="rId19"/>
    <p:sldId id="273" r:id="rId20"/>
    <p:sldId id="274" r:id="rId21"/>
    <p:sldId id="275" r:id="rId22"/>
    <p:sldId id="272" r:id="rId23"/>
    <p:sldId id="276" r:id="rId24"/>
    <p:sldId id="277" r:id="rId25"/>
    <p:sldId id="280" r:id="rId26"/>
    <p:sldId id="281" r:id="rId27"/>
    <p:sldId id="282" r:id="rId28"/>
    <p:sldId id="283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schik, Alex" userId="562cc7e6-e709-46e8-ad7a-61d9d1f64570" providerId="ADAL" clId="{07100376-89D4-44AE-A554-EA635AB9779D}"/>
    <pc:docChg chg="modSld">
      <pc:chgData name="Balschik, Alex" userId="562cc7e6-e709-46e8-ad7a-61d9d1f64570" providerId="ADAL" clId="{07100376-89D4-44AE-A554-EA635AB9779D}" dt="2026-10-07T15:25:18.778" v="3" actId="207"/>
      <pc:docMkLst>
        <pc:docMk/>
      </pc:docMkLst>
      <pc:sldChg chg="modSp mod">
        <pc:chgData name="Balschik, Alex" userId="562cc7e6-e709-46e8-ad7a-61d9d1f64570" providerId="ADAL" clId="{07100376-89D4-44AE-A554-EA635AB9779D}" dt="2026-10-07T15:25:02.838" v="0" actId="207"/>
        <pc:sldMkLst>
          <pc:docMk/>
          <pc:sldMk cId="0" sldId="259"/>
        </pc:sldMkLst>
        <pc:spChg chg="mod">
          <ac:chgData name="Balschik, Alex" userId="562cc7e6-e709-46e8-ad7a-61d9d1f64570" providerId="ADAL" clId="{07100376-89D4-44AE-A554-EA635AB9779D}" dt="2026-10-07T15:25:02.838" v="0" actId="207"/>
          <ac:spMkLst>
            <pc:docMk/>
            <pc:sldMk cId="0" sldId="259"/>
            <ac:spMk id="9" creationId="{642D22D6-E23E-0C3A-35F2-4D2D5CDCD3D5}"/>
          </ac:spMkLst>
        </pc:spChg>
      </pc:sldChg>
      <pc:sldChg chg="modSp mod">
        <pc:chgData name="Balschik, Alex" userId="562cc7e6-e709-46e8-ad7a-61d9d1f64570" providerId="ADAL" clId="{07100376-89D4-44AE-A554-EA635AB9779D}" dt="2026-10-07T15:25:07.558" v="1" actId="207"/>
        <pc:sldMkLst>
          <pc:docMk/>
          <pc:sldMk cId="0" sldId="262"/>
        </pc:sldMkLst>
        <pc:spChg chg="mod">
          <ac:chgData name="Balschik, Alex" userId="562cc7e6-e709-46e8-ad7a-61d9d1f64570" providerId="ADAL" clId="{07100376-89D4-44AE-A554-EA635AB9779D}" dt="2026-10-07T15:25:07.558" v="1" actId="207"/>
          <ac:spMkLst>
            <pc:docMk/>
            <pc:sldMk cId="0" sldId="262"/>
            <ac:spMk id="7" creationId="{99EF1B06-3F85-76B0-DBEA-AEF65ADB5368}"/>
          </ac:spMkLst>
        </pc:spChg>
      </pc:sldChg>
      <pc:sldChg chg="modSp mod">
        <pc:chgData name="Balschik, Alex" userId="562cc7e6-e709-46e8-ad7a-61d9d1f64570" providerId="ADAL" clId="{07100376-89D4-44AE-A554-EA635AB9779D}" dt="2026-10-07T15:25:12.742" v="2" actId="207"/>
        <pc:sldMkLst>
          <pc:docMk/>
          <pc:sldMk cId="0" sldId="266"/>
        </pc:sldMkLst>
        <pc:spChg chg="mod">
          <ac:chgData name="Balschik, Alex" userId="562cc7e6-e709-46e8-ad7a-61d9d1f64570" providerId="ADAL" clId="{07100376-89D4-44AE-A554-EA635AB9779D}" dt="2026-10-07T15:25:12.742" v="2" actId="207"/>
          <ac:spMkLst>
            <pc:docMk/>
            <pc:sldMk cId="0" sldId="266"/>
            <ac:spMk id="7" creationId="{3B357E1F-54AC-2C51-7A3C-E69F21F578B5}"/>
          </ac:spMkLst>
        </pc:spChg>
      </pc:sldChg>
      <pc:sldChg chg="modSp mod">
        <pc:chgData name="Balschik, Alex" userId="562cc7e6-e709-46e8-ad7a-61d9d1f64570" providerId="ADAL" clId="{07100376-89D4-44AE-A554-EA635AB9779D}" dt="2026-10-07T15:25:18.778" v="3" actId="207"/>
        <pc:sldMkLst>
          <pc:docMk/>
          <pc:sldMk cId="0" sldId="280"/>
        </pc:sldMkLst>
        <pc:spChg chg="mod">
          <ac:chgData name="Balschik, Alex" userId="562cc7e6-e709-46e8-ad7a-61d9d1f64570" providerId="ADAL" clId="{07100376-89D4-44AE-A554-EA635AB9779D}" dt="2026-10-07T15:25:18.778" v="3" actId="207"/>
          <ac:spMkLst>
            <pc:docMk/>
            <pc:sldMk cId="0" sldId="280"/>
            <ac:spMk id="7" creationId="{FC0DB278-AA13-D174-7CE8-060B3E520F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36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9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90BD09A-AD48-B156-E434-0F2F55F14826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D54383C-688C-8B96-F9D4-BDFA67C86927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B4247E7-451C-E7AF-EDC1-659F96D6DB34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42D22D6-E23E-0C3A-35F2-4D2D5CDCD3D5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17DE40A-F16D-DAB6-B3DF-8D71F792684C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5D331BC-93D6-4385-E21C-DD36CCF527B0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9EF1B06-3F85-76B0-DBEA-AEF65ADB5368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0A74DCA-23FB-7F66-833B-CB0FE73E7B9E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E36B26-7E10-8185-7B89-112336500221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3C6A281-5F31-3F85-1C60-67CE76DDC65D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B357E1F-54AC-2C51-7A3C-E69F21F578B5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2545F67-ED32-179D-AAE7-7DF274A31736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95E4FE9-6141-4A87-E1C9-8D0CD7A3B71F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9D67A27-4D39-9447-3393-F1C020385589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9644E17-DA06-4498-325E-B4FCFFBDB517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E595046-6114-1690-3E39-16820BC796A2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3A3A24C-44D2-413A-7288-CEE56AC51DF9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713F186-38C5-B7D9-5109-A87DF085002E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A663889-1F55-624D-0C6B-ED2F7FCC4E80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479C8D3-65A7-7BB5-E257-E9A136BE3199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EB12332-B38D-BE72-B5E7-F521E92C65DE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17B61BC-249F-BACD-E2D0-CED2C7E6EE8E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D370DDB-21D3-C917-ED82-B882AB25B76F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DA29D79-44BF-66EB-1EAF-2F05CD70E8D1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C0DB278-AA13-D174-7CE8-060B3E520F40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086D468-89F2-EAC6-ACF6-AB5B334A63FE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8E32175-375A-E64A-8311-DFE2716862A6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21773C7-D56F-0D71-9D42-1C2E4E67266A}"/>
              </a:ext>
            </a:extLst>
          </p:cNvPr>
          <p:cNvSpPr txBox="1"/>
          <p:nvPr/>
        </p:nvSpPr>
        <p:spPr>
          <a:xfrm>
            <a:off x="16062960" y="8564880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dirty="0"/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Benutzerdefiniert</PresentationFormat>
  <Paragraphs>56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Balschik, Alex</cp:lastModifiedBy>
  <cp:revision>3</cp:revision>
  <dcterms:created xsi:type="dcterms:W3CDTF">2026-10-06T12:09:40Z</dcterms:created>
  <dcterms:modified xsi:type="dcterms:W3CDTF">2026-10-07T15:25:20Z</dcterms:modified>
</cp:coreProperties>
</file>
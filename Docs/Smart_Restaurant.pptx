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952226" y="754380"/>
            <a:ext cx="2412052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PROJEKTVORSTELLUNG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36082" y="4274820"/>
            <a:ext cx="17719810" cy="147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129"/>
              </a:lnSpc>
              <a:buNone/>
            </a:pPr>
            <a:r>
              <a:rPr lang="en-US" sz="16200" b="1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Restaurant</a:t>
            </a:r>
            <a:endParaRPr lang="en-US" sz="16200" dirty="0"/>
          </a:p>
        </p:txBody>
      </p:sp>
      <p:sp>
        <p:nvSpPr>
          <p:cNvPr id="5" name="Text 3"/>
          <p:cNvSpPr/>
          <p:nvPr/>
        </p:nvSpPr>
        <p:spPr>
          <a:xfrm>
            <a:off x="1143000" y="6442710"/>
            <a:ext cx="3531870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Tischverwaltung für den Service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257800" y="6442710"/>
            <a:ext cx="8005572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Vom freien Tisch bis zur bezahlten Rechnung — React-Frontend, .NET-10-API und PostgreSQL.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8755380"/>
            <a:ext cx="1248966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Unser Team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87216" y="8755380"/>
            <a:ext cx="124301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·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06767" y="8755380"/>
            <a:ext cx="1459778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Oktober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Agenda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143000" y="4183380"/>
            <a:ext cx="31718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5980A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257800" y="4076700"/>
            <a:ext cx="219909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Das Produkt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5326380"/>
            <a:ext cx="31718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5980A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257800" y="5219700"/>
            <a:ext cx="34438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Bedienung &amp; Demo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43000" y="6469380"/>
            <a:ext cx="31718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5980A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57800" y="6362700"/>
            <a:ext cx="141917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Technik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43000" y="7612380"/>
            <a:ext cx="31718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5980A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04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57800" y="7505700"/>
            <a:ext cx="2868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Fazit &amp; Ausblick</a:t>
            </a:r>
            <a:endParaRPr lang="en-US" sz="3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F4F4F4">
                <a:alpha val="9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78456" y="2514600"/>
            <a:ext cx="3641193" cy="323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36000" b="1" dirty="0">
                <a:solidFill>
                  <a:srgbClr val="41618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36000" dirty="0"/>
          </a:p>
        </p:txBody>
      </p:sp>
      <p:sp>
        <p:nvSpPr>
          <p:cNvPr id="4" name="Text 2"/>
          <p:cNvSpPr/>
          <p:nvPr/>
        </p:nvSpPr>
        <p:spPr>
          <a:xfrm>
            <a:off x="1095494" y="7132320"/>
            <a:ext cx="4304026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F2F2F3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Das Produkt</a:t>
            </a:r>
            <a:endParaRPr lang="en-US" sz="7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918168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· DAS PRODUKT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Worum geht es?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6305" y="3202305"/>
            <a:ext cx="11923395" cy="2550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255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Tische auf einen Blick: frei oder besetzt</a:t>
            </a:r>
            <a:endParaRPr lang="en-US" sz="25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255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Bestellungen pro Tisch erfassen und korrigieren</a:t>
            </a:r>
            <a:endParaRPr lang="en-US" sz="25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255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Rechnung mit MwSt. erstellen, bar oder per Karte bezahlen</a:t>
            </a:r>
            <a:endParaRPr lang="en-US" sz="25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918168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· DAS PRODUKT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01923" y="2834640"/>
            <a:ext cx="3177564" cy="2918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32400" b="1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32400" dirty="0"/>
          </a:p>
        </p:txBody>
      </p:sp>
      <p:sp>
        <p:nvSpPr>
          <p:cNvPr id="5" name="Text 3"/>
          <p:cNvSpPr/>
          <p:nvPr/>
        </p:nvSpPr>
        <p:spPr>
          <a:xfrm>
            <a:off x="9372600" y="6442710"/>
            <a:ext cx="8005572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Tische sind in den Startdaten angelegt — dazu 20 Artikel in den Kategorien Essen und Trinken und 4 Mitarbeiter.</a:t>
            </a:r>
            <a:endParaRPr lang="en-US" sz="2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F4F4F4">
                <a:alpha val="9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78456" y="2514600"/>
            <a:ext cx="4400550" cy="323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36000" b="1" dirty="0">
                <a:solidFill>
                  <a:srgbClr val="41618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36000" dirty="0"/>
          </a:p>
        </p:txBody>
      </p:sp>
      <p:sp>
        <p:nvSpPr>
          <p:cNvPr id="4" name="Text 2"/>
          <p:cNvSpPr/>
          <p:nvPr/>
        </p:nvSpPr>
        <p:spPr>
          <a:xfrm>
            <a:off x="1095494" y="7132320"/>
            <a:ext cx="672812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F2F2F3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Bedienung &amp; Demo</a:t>
            </a:r>
            <a:endParaRPr lang="en-US" sz="7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673257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 · BEDIENUNG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8098976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Die Oberfläche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143000" y="3242310"/>
            <a:ext cx="7534656" cy="1139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Oben die Kopfzeile mit Gesamt, Besetzt und Frei. Darunter alle Tische als Karten — ein Klick öffnet rechts die Seitenleiste mit Bestellung und Rechnung.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372600" y="2286000"/>
            <a:ext cx="7772400" cy="6629400"/>
          </a:xfrm>
          <a:prstGeom prst="rect">
            <a:avLst/>
          </a:prstGeom>
          <a:ln w="7620">
            <a:solidFill>
              <a:srgbClr val="1F1F1F">
                <a:alpha val="16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673257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 · BEDIENUNG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Ein Tisch, von Anfang bis Ende</a:t>
            </a:r>
            <a:endParaRPr lang="en-US" sz="7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3657600"/>
            <a:ext cx="160020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6691313"/>
            <a:ext cx="12194762" cy="6619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2162"/>
              </a:lnSpc>
              <a:buNone/>
            </a:pPr>
            <a:r>
              <a:rPr lang="en-US" sz="1875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Der erste Artikel setzt den Tisch automatisch auf „Besetzt“ — erst die Zahlung speichert die Bestellung und gibt ihn wieder frei.</a:t>
            </a:r>
            <a:endParaRPr lang="en-US" sz="1875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034772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 ·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Live-Demo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6305" y="3202305"/>
            <a:ext cx="11923395" cy="2550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255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Starten mit: docker compose up --build</a:t>
            </a:r>
            <a:endParaRPr lang="en-US" sz="25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255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Im Browser öffnen: localhost:5173</a:t>
            </a:r>
            <a:endParaRPr lang="en-US" sz="25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255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Tisch 4 bestellen, abrechnen, freigeben</a:t>
            </a:r>
            <a:endParaRPr lang="en-US" sz="25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012037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F4F4F4">
                <a:alpha val="9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78456" y="2514600"/>
            <a:ext cx="4405658" cy="323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36000" b="1" dirty="0">
                <a:solidFill>
                  <a:srgbClr val="41618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36000" dirty="0"/>
          </a:p>
        </p:txBody>
      </p:sp>
      <p:sp>
        <p:nvSpPr>
          <p:cNvPr id="4" name="Text 2"/>
          <p:cNvSpPr/>
          <p:nvPr/>
        </p:nvSpPr>
        <p:spPr>
          <a:xfrm>
            <a:off x="1095494" y="7132320"/>
            <a:ext cx="27791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F2F2F3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Technik</a:t>
            </a:r>
            <a:endParaRPr lang="en-US" sz="7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132528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39560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 · TECHNIK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Drei Teile, ein System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143000" y="3162300"/>
            <a:ext cx="4023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Frontend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4156710"/>
            <a:ext cx="3767328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React 19 mit TypeScript, Vite und Tailwind. Läuft im Browser.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257800" y="3162300"/>
            <a:ext cx="4023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Backend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257800" y="4156710"/>
            <a:ext cx="3767328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.NET 10 mit ASP.NET Core Minimal APIs und EF Core.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372600" y="3162300"/>
            <a:ext cx="4023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Datenbank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372600" y="4156710"/>
            <a:ext cx="3767328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PostgreSQL 17. Schema und Startdaten als SQL-Skript.</a:t>
            </a:r>
            <a:endParaRPr lang="en-US" sz="21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132528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39560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 · TECHNIK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Backend: Clean Architecture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143000" y="3162300"/>
            <a:ext cx="8549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Domain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4156710"/>
            <a:ext cx="8549640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Entitäten wie Tisch und Bestellung.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72600" y="3162300"/>
            <a:ext cx="8549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Application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372600" y="4156710"/>
            <a:ext cx="8549640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Services, DTOs und der Result-Typ.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5448300"/>
            <a:ext cx="8549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Infrastructure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43000" y="6442710"/>
            <a:ext cx="8549640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EF Core, Repositories, Unit of Work.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372600" y="5448300"/>
            <a:ext cx="8549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Api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372600" y="6442710"/>
            <a:ext cx="8549640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Endpunkte, Middleware, OpenAPI.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43000" y="7840980"/>
            <a:ext cx="2192941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1D1F21">
                    <a:alpha val="5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← FACHLICHER KERN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992707" y="7840980"/>
            <a:ext cx="2367522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1D1F21">
                    <a:alpha val="5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TECHNISCHER RAND →</a:t>
            </a:r>
            <a:endParaRPr lang="en-US" sz="18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132528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1395603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 · TECHNIK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Die wichtigsten Endpunkte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spc="144" kern="0" dirty="0">
                <a:solidFill>
                  <a:srgbClr val="1C2020">
                    <a:alpha val="60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METHODE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257800" y="25146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spc="144" kern="0" dirty="0">
                <a:solidFill>
                  <a:srgbClr val="1C2020">
                    <a:alpha val="60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PFAD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372600" y="25146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spc="144" kern="0" dirty="0">
                <a:solidFill>
                  <a:srgbClr val="1C2020">
                    <a:alpha val="60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BEREICH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487400" y="2514600"/>
            <a:ext cx="37673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spc="144" kern="0" dirty="0">
                <a:solidFill>
                  <a:srgbClr val="1C2020">
                    <a:alpha val="60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ZWECK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3429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GET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5257800" y="3429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/api/tische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372600" y="3429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Stammdaten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13487400" y="3429000"/>
            <a:ext cx="37673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Alle Tische mit Status laden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1143000" y="4572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PUT</a:t>
            </a:r>
            <a:endParaRPr lang="en-US" sz="2175" dirty="0"/>
          </a:p>
        </p:txBody>
      </p:sp>
      <p:sp>
        <p:nvSpPr>
          <p:cNvPr id="14" name="Text 12"/>
          <p:cNvSpPr/>
          <p:nvPr/>
        </p:nvSpPr>
        <p:spPr>
          <a:xfrm>
            <a:off x="5257800" y="4572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/api/tische/{id}/status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372600" y="4572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Stammdaten</a:t>
            </a:r>
            <a:endParaRPr lang="en-US" sz="2175" dirty="0"/>
          </a:p>
        </p:txBody>
      </p:sp>
      <p:sp>
        <p:nvSpPr>
          <p:cNvPr id="16" name="Text 14"/>
          <p:cNvSpPr/>
          <p:nvPr/>
        </p:nvSpPr>
        <p:spPr>
          <a:xfrm>
            <a:off x="13487400" y="4572000"/>
            <a:ext cx="37673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Tisch frei oder besetzt setzen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1143000" y="5715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GET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5257800" y="5715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/api/artikel</a:t>
            </a:r>
            <a:endParaRPr lang="en-US" sz="2175" dirty="0"/>
          </a:p>
        </p:txBody>
      </p:sp>
      <p:sp>
        <p:nvSpPr>
          <p:cNvPr id="19" name="Text 17"/>
          <p:cNvSpPr/>
          <p:nvPr/>
        </p:nvSpPr>
        <p:spPr>
          <a:xfrm>
            <a:off x="9372600" y="5715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Speisekarte</a:t>
            </a:r>
            <a:endParaRPr lang="en-US" sz="2175" dirty="0"/>
          </a:p>
        </p:txBody>
      </p:sp>
      <p:sp>
        <p:nvSpPr>
          <p:cNvPr id="20" name="Text 18"/>
          <p:cNvSpPr/>
          <p:nvPr/>
        </p:nvSpPr>
        <p:spPr>
          <a:xfrm>
            <a:off x="13487400" y="5715000"/>
            <a:ext cx="37673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Essen und Trinken laden</a:t>
            </a:r>
            <a:endParaRPr lang="en-US" sz="2175" dirty="0"/>
          </a:p>
        </p:txBody>
      </p:sp>
      <p:sp>
        <p:nvSpPr>
          <p:cNvPr id="21" name="Text 19"/>
          <p:cNvSpPr/>
          <p:nvPr/>
        </p:nvSpPr>
        <p:spPr>
          <a:xfrm>
            <a:off x="1143000" y="6858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</a:t>
            </a:r>
            <a:endParaRPr lang="en-US" sz="2175" dirty="0"/>
          </a:p>
        </p:txBody>
      </p:sp>
      <p:sp>
        <p:nvSpPr>
          <p:cNvPr id="22" name="Text 20"/>
          <p:cNvSpPr/>
          <p:nvPr/>
        </p:nvSpPr>
        <p:spPr>
          <a:xfrm>
            <a:off x="5257800" y="6858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/api/bestellungen</a:t>
            </a:r>
            <a:endParaRPr lang="en-US" sz="2175" dirty="0"/>
          </a:p>
        </p:txBody>
      </p:sp>
      <p:sp>
        <p:nvSpPr>
          <p:cNvPr id="23" name="Text 21"/>
          <p:cNvSpPr/>
          <p:nvPr/>
        </p:nvSpPr>
        <p:spPr>
          <a:xfrm>
            <a:off x="9372600" y="6858000"/>
            <a:ext cx="40096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Bestellung</a:t>
            </a:r>
            <a:endParaRPr lang="en-US" sz="2175" dirty="0"/>
          </a:p>
        </p:txBody>
      </p:sp>
      <p:sp>
        <p:nvSpPr>
          <p:cNvPr id="24" name="Text 22"/>
          <p:cNvSpPr/>
          <p:nvPr/>
        </p:nvSpPr>
        <p:spPr>
          <a:xfrm>
            <a:off x="13487400" y="6858000"/>
            <a:ext cx="37673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algn="l" indent="0" marL="0">
              <a:lnSpc>
                <a:spcPct val="130669"/>
              </a:lnSpc>
              <a:buNone/>
            </a:pPr>
            <a:r>
              <a:rPr lang="en-US" sz="2175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Bezahlte Bestellung speichern</a:t>
            </a:r>
            <a:endParaRPr lang="en-US" sz="2175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132528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F4F4F4">
                <a:alpha val="9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78456" y="2514600"/>
            <a:ext cx="4571595" cy="323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36000" b="1" dirty="0">
                <a:solidFill>
                  <a:srgbClr val="41618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36000" dirty="0"/>
          </a:p>
        </p:txBody>
      </p:sp>
      <p:sp>
        <p:nvSpPr>
          <p:cNvPr id="4" name="Text 2"/>
          <p:cNvSpPr/>
          <p:nvPr/>
        </p:nvSpPr>
        <p:spPr>
          <a:xfrm>
            <a:off x="1095494" y="7132320"/>
            <a:ext cx="5692164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F2F2F3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Fazit &amp; Ausblick</a:t>
            </a:r>
            <a:endParaRPr lang="en-US" sz="7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132528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754380"/>
            <a:ext cx="2399478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 · FAZIT &amp; AUSBLICK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5494" y="1645920"/>
            <a:ext cx="17654457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2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Was steht, was kommt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143000" y="3162300"/>
            <a:ext cx="8549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Erreicht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4156710"/>
            <a:ext cx="8005572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Kompletter Ablauf vom Tisch bis zur Zahlung, getestete Services, Start mit einem Befehl per Docker.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72600" y="3162300"/>
            <a:ext cx="8549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372600" y="4156710"/>
            <a:ext cx="8005572" cy="68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Anmeldung für Mitarbeiter, offene Bestellungen geräteübergreifend speichern, Lager mit Daten füllen.</a:t>
            </a:r>
            <a:endParaRPr lang="en-US" sz="2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755380"/>
            <a:ext cx="2132528" cy="1600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143000"/>
            <a:ext cx="16011525" cy="8010525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 w="7620">
            <a:solidFill>
              <a:srgbClr val="1A1A26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952226" y="754380"/>
            <a:ext cx="2412052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b="1" spc="144" kern="0" dirty="0">
                <a:solidFill>
                  <a:srgbClr val="5980A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PROJEKTVORSTELLUNG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00363" y="3794760"/>
            <a:ext cx="17759100" cy="19583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21600" b="1" dirty="0">
                <a:solidFill>
                  <a:srgbClr val="1D1F2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Fragen?</a:t>
            </a:r>
            <a:endParaRPr lang="en-US" sz="21600" dirty="0"/>
          </a:p>
        </p:txBody>
      </p:sp>
      <p:sp>
        <p:nvSpPr>
          <p:cNvPr id="5" name="Text 3"/>
          <p:cNvSpPr/>
          <p:nvPr/>
        </p:nvSpPr>
        <p:spPr>
          <a:xfrm>
            <a:off x="1143000" y="6442710"/>
            <a:ext cx="7219915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857"/>
              </a:lnSpc>
              <a:buNone/>
            </a:pPr>
            <a:r>
              <a:rPr lang="en-US" sz="21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Danke fürs Zuhören — die Doku liegt im Repo unter Docs/.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8755380"/>
            <a:ext cx="1927205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Smart Restaurant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066455" y="8755380"/>
            <a:ext cx="124301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86006" y="8755380"/>
            <a:ext cx="1248966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1800" dirty="0">
                <a:solidFill>
                  <a:srgbClr val="1D1F21">
                    <a:alpha val="55000"/>
                  </a:srgbClr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Unser Team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2026-10-01T09:54:35Z</dcterms:created>
  <dcterms:modified xsi:type="dcterms:W3CDTF">2026-10-01T09:54:35Z</dcterms:modified>
</cp:coreProperties>
</file>
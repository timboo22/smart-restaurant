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50" d="100"/>
          <a:sy n="50" d="100"/>
        </p:scale>
        <p:origin x="300" y="-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86361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24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34.png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36.png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7.png"/><Relationship Id="rId5" Type="http://schemas.openxmlformats.org/officeDocument/2006/relationships/image" Target="../media/image46.png"/><Relationship Id="rId4" Type="http://schemas.openxmlformats.org/officeDocument/2006/relationships/image" Target="../media/image4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3.png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7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1.png"/><Relationship Id="rId5" Type="http://schemas.openxmlformats.org/officeDocument/2006/relationships/image" Target="../media/image70.png"/><Relationship Id="rId4" Type="http://schemas.openxmlformats.org/officeDocument/2006/relationships/image" Target="../media/image6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9.png"/><Relationship Id="rId5" Type="http://schemas.openxmlformats.org/officeDocument/2006/relationships/image" Target="../media/image78.png"/><Relationship Id="rId4" Type="http://schemas.openxmlformats.org/officeDocument/2006/relationships/image" Target="../media/image7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3.png"/><Relationship Id="rId5" Type="http://schemas.openxmlformats.org/officeDocument/2006/relationships/image" Target="../media/image82.png"/><Relationship Id="rId4" Type="http://schemas.openxmlformats.org/officeDocument/2006/relationships/image" Target="../media/image81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7.png"/><Relationship Id="rId5" Type="http://schemas.openxmlformats.org/officeDocument/2006/relationships/image" Target="../media/image86.png"/><Relationship Id="rId4" Type="http://schemas.openxmlformats.org/officeDocument/2006/relationships/image" Target="../media/image8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89.png"/><Relationship Id="rId4" Type="http://schemas.openxmlformats.org/officeDocument/2006/relationships/image" Target="../media/image1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39.png"/><Relationship Id="rId4" Type="http://schemas.openxmlformats.org/officeDocument/2006/relationships/image" Target="../media/image9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5.png"/><Relationship Id="rId5" Type="http://schemas.openxmlformats.org/officeDocument/2006/relationships/image" Target="../media/image94.png"/><Relationship Id="rId4" Type="http://schemas.openxmlformats.org/officeDocument/2006/relationships/image" Target="../media/image9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98.png"/><Relationship Id="rId4" Type="http://schemas.openxmlformats.org/officeDocument/2006/relationships/image" Target="../media/image9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6" name="Textfeld 5">
            <a:extLst>
              <a:ext uri="{FF2B5EF4-FFF2-40B4-BE49-F238E27FC236}">
                <a16:creationId xmlns:a16="http://schemas.microsoft.com/office/drawing/2014/main" id="{290BD09A-AD48-B156-E434-0F2F55F14826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4D54383C-688C-8B96-F9D4-BDFA67C86927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1B4247E7-451C-E7AF-EDC1-659F96D6DB34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642D22D6-E23E-0C3A-35F2-4D2D5CDCD3D5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617DE40A-F16D-DAB6-B3DF-8D71F792684C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A5D331BC-93D6-4385-E21C-DD36CCF527B0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99EF1B06-3F85-76B0-DBEA-AEF65ADB5368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0A74DCA-23FB-7F66-833B-CB0FE73E7B9E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2E36B26-7E10-8185-7B89-112336500221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3C6A281-5F31-3F85-1C60-67CE76DDC65D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3B357E1F-54AC-2C51-7A3C-E69F21F578B5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E2545F67-ED32-179D-AAE7-7DF274A31736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D95E4FE9-6141-4A87-E1C9-8D0CD7A3B71F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09D67A27-4D39-9447-3393-F1C020385589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79644E17-DA06-4498-325E-B4FCFFBDB517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2713F186-38C5-B7D9-5109-A87DF085002E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D17B61BC-249F-BACD-E2D0-CED2C7E6EE8E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8A663889-1F55-624D-0C6B-ED2F7FCC4E80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D479C8D3-65A7-7BB5-E257-E9A136BE3199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FEB12332-B38D-BE72-B5E7-F521E92C65DE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0D370DDB-21D3-C917-ED82-B882AB25B76F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FDA29D79-44BF-66EB-1EAF-2F05CD70E8D1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DE595046-6114-1690-3E39-16820BC796A2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3A3A24C-44D2-413A-7288-CEE56AC51DF9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FC0DB278-AA13-D174-7CE8-060B3E520F40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4086D468-89F2-EAC6-ACF6-AB5B334A63FE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A8E32175-375A-E64A-8311-DFE2716862A6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24950" y="0"/>
            <a:ext cx="9163050" cy="514350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5124450"/>
            <a:ext cx="9144000" cy="5162550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24950" y="5124450"/>
            <a:ext cx="9163050" cy="5162550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E21773C7-D56F-0D71-9D42-1C2E4E67266A}"/>
              </a:ext>
            </a:extLst>
          </p:cNvPr>
          <p:cNvSpPr txBox="1"/>
          <p:nvPr/>
        </p:nvSpPr>
        <p:spPr>
          <a:xfrm>
            <a:off x="16062960" y="8564880"/>
            <a:ext cx="105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/>
              <a:t>2</a:t>
            </a:r>
            <a:r>
              <a:rPr lang="de-DE" dirty="0"/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56</Words>
  <Application>Microsoft Office PowerPoint</Application>
  <PresentationFormat>Benutzerdefiniert</PresentationFormat>
  <Paragraphs>56</Paragraphs>
  <Slides>28</Slides>
  <Notes>28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1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28</vt:i4>
      </vt:variant>
    </vt:vector>
  </HeadingPairs>
  <TitlesOfParts>
    <vt:vector size="30" baseType="lpstr">
      <vt:lpstr>Arial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Balschik, Alex</cp:lastModifiedBy>
  <cp:revision>2</cp:revision>
  <dcterms:created xsi:type="dcterms:W3CDTF">2026-10-06T12:09:40Z</dcterms:created>
  <dcterms:modified xsi:type="dcterms:W3CDTF">2026-10-06T12:27:03Z</dcterms:modified>
</cp:coreProperties>
</file>